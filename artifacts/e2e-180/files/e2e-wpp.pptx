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察元AI年度汇报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年度经营回顾（种子页）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业务概览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本页为种子页：业务概览，客户数与续约率稳步提升。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本页为种子页：数据亮点，营收完成目标120%。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本页为种子页：产品规划，明年聚焦海外市场与产品线扩张。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团队与协作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本页为种子页：团队与协作，团队扩编至40人。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种子页：结束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