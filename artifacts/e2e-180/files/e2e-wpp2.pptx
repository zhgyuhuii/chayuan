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察元AI 2026 秋季经营汇报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察元AI团队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察元AI文档助手 · 表格助手 · 演示助手</a:t>
            </a:r>
          </a:p>
          <a:p>
            <a:r>
              <a:t>离线优先 · 内网可用 · 多宿主协同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销售业绩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前三季度营收完成年度目标 82%</a:t>
            </a:r>
          </a:p>
          <a:p>
            <a:r>
              <a:t>新增客户 128 家，续约率 91%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某省政务大厅：公文校对效率提升 3 倍</a:t>
            </a:r>
          </a:p>
          <a:p>
            <a:r>
              <a:t>某制造集团：月结报表从 3 天压到 4 小时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核心成员来自办公软件与 AI 行业</a:t>
            </a:r>
          </a:p>
          <a:p>
            <a:r>
              <a:t>研发占比 70%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